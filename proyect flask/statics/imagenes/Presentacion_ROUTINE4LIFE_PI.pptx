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63" r:id="rId6"/>
    <p:sldId id="260" r:id="rId7"/>
    <p:sldId id="261" r:id="rId8"/>
    <p:sldId id="258" r:id="rId9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upGv6fB+EyYKigy8A6Nbg4EPG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04FAF22-FBBB-A4E8-8CB8-101E62D8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D5859CDD-E2B6-4656-5B32-E79B4BAE13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B2441B55-C238-7E4B-1FD5-3EDE850DA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018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03CDC77-9FF9-5854-DC54-509EB022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06D26FA3-E905-E185-1B16-8FC1B6224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ED91608D-9579-5F5A-F983-265987373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7820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2529A9-FDE8-B9CB-1819-40FEB508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D68A794E-F1A6-1CFF-5101-82A2D276A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2D550AF5-3951-A3EB-A2B0-11696BE38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2929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A307274-6AC1-728A-08AF-19EDD1FE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8C1331CB-B76D-67E9-ADEA-E1D382FF1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BF181F22-8145-C66E-B4FC-ACCFA4309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6476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A1D0846-730D-37FD-AABC-03205689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>
            <a:extLst>
              <a:ext uri="{FF2B5EF4-FFF2-40B4-BE49-F238E27FC236}">
                <a16:creationId xmlns:a16="http://schemas.microsoft.com/office/drawing/2014/main" id="{5DEE249A-6B30-A00D-8A55-71318A181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341367C5-DA02-CEDF-4D8E-D0244D29B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2426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3100"/>
          <a:stretch/>
        </p:blipFill>
        <p:spPr>
          <a:xfrm>
            <a:off x="7050" y="11575"/>
            <a:ext cx="9129901" cy="496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715964" y="2592928"/>
            <a:ext cx="5703037" cy="205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Reséndiz Ramos Cynthia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Rodríguez Ruiz Ian David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Ferrusca Moreno Juan Arturo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Martínez Badillo Andrés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Rivera Diaz Diego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Rubio Guerrero Diego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Sámano Hernández Diego Aaron</a:t>
            </a:r>
          </a:p>
          <a:p>
            <a:pPr lvl="0" algn="ctr">
              <a:buSzPts val="1600"/>
            </a:pPr>
            <a:r>
              <a:rPr lang="es-ES" sz="1600" dirty="0">
                <a:solidFill>
                  <a:srgbClr val="0070C0"/>
                </a:solidFill>
              </a:rPr>
              <a:t>Sánchez López Isaac Abdiel</a:t>
            </a:r>
            <a:endParaRPr sz="1800" b="0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715964" y="2103740"/>
            <a:ext cx="5703037" cy="57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ROUTINE4LIFE</a:t>
            </a:r>
            <a:endParaRPr sz="18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REQUERIMIENTOS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FUNCIONALES / NO FUNCIONALES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AC5FC101-83BC-22E6-BC4F-FA4F34C089A6}"/>
              </a:ext>
            </a:extLst>
          </p:cNvPr>
          <p:cNvSpPr/>
          <p:nvPr/>
        </p:nvSpPr>
        <p:spPr>
          <a:xfrm>
            <a:off x="369418" y="1096927"/>
            <a:ext cx="8405164" cy="33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lvl="0" algn="ctr">
              <a:buSzPts val="1600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Levantamiento de requerimientos funcionales y no funcionales del sistema.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3D4490-44CE-9EDE-EAC6-F4465B73D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397" y="1733703"/>
            <a:ext cx="4973206" cy="299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41437A1-8282-6224-5D0E-1F96FDB1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>
            <a:extLst>
              <a:ext uri="{FF2B5EF4-FFF2-40B4-BE49-F238E27FC236}">
                <a16:creationId xmlns:a16="http://schemas.microsoft.com/office/drawing/2014/main" id="{9C46A3D7-AD2B-C308-D024-8FD377FF45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D2F0D495-39C3-3B41-9FFC-2C87CF0B4CD3}"/>
              </a:ext>
            </a:extLst>
          </p:cNvPr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REQUERIMIENTOS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FUNCIONALES / NO FUNCIONALES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1CB70A-8BF1-F5B5-B1E0-7CFD0114F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716" y="1274170"/>
            <a:ext cx="6142567" cy="340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91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6634503-53EB-384E-5AE4-686A3DFC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>
            <a:extLst>
              <a:ext uri="{FF2B5EF4-FFF2-40B4-BE49-F238E27FC236}">
                <a16:creationId xmlns:a16="http://schemas.microsoft.com/office/drawing/2014/main" id="{DF0A4AC0-A4BF-85F1-96AE-CBEC75DFD6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EAE59935-3CE1-799C-1EF1-39A69F8504B0}"/>
              </a:ext>
            </a:extLst>
          </p:cNvPr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DIAGRAMA RELACIONAL</a:t>
            </a:r>
            <a:endParaRPr lang="es-MX" sz="1800" b="0" i="0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DE LA BASE DE 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Código QR&#10;&#10;El contenido generado por IA puede ser incorrecto.">
            <a:extLst>
              <a:ext uri="{FF2B5EF4-FFF2-40B4-BE49-F238E27FC236}">
                <a16:creationId xmlns:a16="http://schemas.microsoft.com/office/drawing/2014/main" id="{249D4DCD-53A4-1685-E249-08038C5F6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414" y="1129148"/>
            <a:ext cx="4830022" cy="37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2EFA635-5020-058F-23C2-09E3A44E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>
            <a:extLst>
              <a:ext uri="{FF2B5EF4-FFF2-40B4-BE49-F238E27FC236}">
                <a16:creationId xmlns:a16="http://schemas.microsoft.com/office/drawing/2014/main" id="{E6BDB635-3C98-3F91-DECB-BBF298F2BE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DE131050-E654-60FE-B17D-8D7441952143}"/>
              </a:ext>
            </a:extLst>
          </p:cNvPr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BASE DE DATOS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EN SQL SERVER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B1750AAA-C158-5474-977B-05EAA1BC0787}"/>
              </a:ext>
            </a:extLst>
          </p:cNvPr>
          <p:cNvSpPr/>
          <p:nvPr/>
        </p:nvSpPr>
        <p:spPr>
          <a:xfrm>
            <a:off x="368842" y="943808"/>
            <a:ext cx="8405164" cy="57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lvl="0" algn="ctr">
              <a:buSzPts val="1600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Creación de Base de Datos modular del sistema (contiene </a:t>
            </a:r>
            <a:r>
              <a:rPr lang="es-E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triggers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procedimientos almacenados, funciones y auditorías)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A686AB-F8D2-1BEB-A484-18E3F8087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70" y="1673685"/>
            <a:ext cx="7271309" cy="34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3690C5F-3E68-4511-CC71-23E97D07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>
            <a:extLst>
              <a:ext uri="{FF2B5EF4-FFF2-40B4-BE49-F238E27FC236}">
                <a16:creationId xmlns:a16="http://schemas.microsoft.com/office/drawing/2014/main" id="{0A1F4B3E-325F-565D-9288-9B5AE1AE6F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43C6AFBF-B577-E8E9-D7CE-1444AE49819D}"/>
              </a:ext>
            </a:extLst>
          </p:cNvPr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MAQUETADO DE INTERFACES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EN FIGMA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DBC22BF1-AE3C-D1AE-C4FD-6D3405AD00EA}"/>
              </a:ext>
            </a:extLst>
          </p:cNvPr>
          <p:cNvSpPr/>
          <p:nvPr/>
        </p:nvSpPr>
        <p:spPr>
          <a:xfrm>
            <a:off x="369418" y="1096927"/>
            <a:ext cx="8405164" cy="33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lvl="0" algn="ctr">
              <a:buSzPts val="1600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Creación del maquetado de las interfaces del sistema web de computadora y teléfono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0B4CFA-7D24-8674-52E1-8CBAA66D8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85" y="1782880"/>
            <a:ext cx="3514323" cy="2956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A908139-3EFF-22C5-9513-5CFFBBD76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594" y="1807300"/>
            <a:ext cx="3445799" cy="29075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964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860EC41-7F61-3080-D5D1-F64D8C7E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>
            <a:extLst>
              <a:ext uri="{FF2B5EF4-FFF2-40B4-BE49-F238E27FC236}">
                <a16:creationId xmlns:a16="http://schemas.microsoft.com/office/drawing/2014/main" id="{95BEF2E6-DB2D-D0E0-97A4-2BA5038D8F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" y="7942"/>
            <a:ext cx="9142851" cy="51355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>
            <a:extLst>
              <a:ext uri="{FF2B5EF4-FFF2-40B4-BE49-F238E27FC236}">
                <a16:creationId xmlns:a16="http://schemas.microsoft.com/office/drawing/2014/main" id="{DED45303-7BFC-380F-4C78-143D96497BF5}"/>
              </a:ext>
            </a:extLst>
          </p:cNvPr>
          <p:cNvSpPr/>
          <p:nvPr/>
        </p:nvSpPr>
        <p:spPr>
          <a:xfrm>
            <a:off x="1396596" y="152376"/>
            <a:ext cx="5089358" cy="63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MAQUETADO DE INTERFACES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dirty="0">
                <a:solidFill>
                  <a:schemeClr val="lt1"/>
                </a:solidFill>
                <a:latin typeface="Arial Black"/>
                <a:sym typeface="Arial Black"/>
              </a:rPr>
              <a:t>EN FIGMA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F5BE54-540E-289F-1457-C5026C581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61" y="1206027"/>
            <a:ext cx="1618869" cy="3522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6A5D44-8E45-1ADC-685B-A234F31A1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939" y="1206026"/>
            <a:ext cx="1608122" cy="3522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9290A27-F9F0-C3F3-6BA3-9DAC03033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970" y="1206026"/>
            <a:ext cx="1604141" cy="3522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5001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9" y="3648"/>
            <a:ext cx="9130138" cy="5136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Presentación en pantalla (16:9)</PresentationFormat>
  <Paragraphs>24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Calibri</vt:lpstr>
      <vt:lpstr>Arial Black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Fernanda Saldaña Gongora</dc:creator>
  <cp:lastModifiedBy>Diego Rivera Diaz</cp:lastModifiedBy>
  <cp:revision>2</cp:revision>
  <dcterms:created xsi:type="dcterms:W3CDTF">2020-02-13T15:24:24Z</dcterms:created>
  <dcterms:modified xsi:type="dcterms:W3CDTF">2025-11-25T21:43:15Z</dcterms:modified>
</cp:coreProperties>
</file>